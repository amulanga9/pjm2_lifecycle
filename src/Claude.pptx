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by Anthropic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раскола, который изменил ИИ-индустрию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2004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2020: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топовых исследователей OpenAI уходят одновременно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Причина?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"Невероятно непродуктивно спорить с чужим видением" — Dario Amodei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Предварительный анализ: Раскол в OpenAI (2018-2020)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990011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2016: Dario публикует "Concrete Problems in AI Safety" — предупреждение о непредсказуемости нейросетей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OpenAI: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невероятно мощный, но команда выбрала скорость вместо безопасности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Dario: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"Создать ИИ, которому можно доверять в критических ситуациях" — для врачей, юристов, программистов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Инсайт: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замена эксперту, а усилитель профессионала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84048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Development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Исследование: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Опросы AI-исследователей безопасности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Интервью с enterprise (50+)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Анализ регуляторов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готов платить за безопасность больше, чем за скорость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70% enterprise боятся утечек данных через GPT-4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2020: "Невероятно непродуктивно спорить с чужим видением" — Dario уходит из OpenAI с 14 исследователями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Планирование: Поиск названия и стратегии (2021-2022)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8229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😅 Драма с названием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Варианты: Aligned AI, Generative, Sponge, Swan, Sloth, Sparrow. Выбрали Anthropic — «человекоцентричный» + свободный домен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8229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Финансирование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 2022: $124M seed. Апр 2022: $580M Series A. Инвестор Eric Schmidt: "Я инвестировал в человека, а не в концепт"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840480" cy="9144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Startup подход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Build-Measure-Learn циклы 2 недели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за 6 месяцев (vs 2 года традиционно)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Быстрая проверка гипотез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3840480" cy="9144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подход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laws для расчёта GPU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Анализ бенчмарков GPT-3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Целевые метрики: Safety Score 95%+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 5 этапов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Empathize: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интервью → Главный страх: утечки данных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безопасности ИИ критична для enterprise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 — модель учится на этических принципах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Prototype: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1.0 с встроенными принципами ООН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Test: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раундов red teaming для проверки безопасности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Реализация: Смелое решение НЕ запускать (2022-2023)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продукта: от идеи до запуска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63040"/>
            <a:ext cx="137160" cy="1371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Февраль 2022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417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Claude 1.0. Constitutional AI — модель учится на принципах ООН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E5E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94560"/>
            <a:ext cx="137160" cy="1371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48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Лето 2022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Claude 1.0 готов, но команда НЕ запускает! Решение: ещё 6 месяцев тестирования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926080"/>
            <a:ext cx="137160" cy="1371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2022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8803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Прорыв: Публикация статьи о Constitutional AI. Модель сама улучшает ответы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657600"/>
            <a:ext cx="137160" cy="1371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611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1.3 — закрытый запуск. Первые клиенты: Notion, Quora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принцип: Build-Measure-Learn цикл 2 недели (vs 3 месяца у конкурентов). Безопасность важнее скорости!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Тестирование: Атака «Красной команды» (2022-2023)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990011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 — что это?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Специально нанятые хакеры пытаются заставить ИИ генерировать вредный контент. Anthropic провела 17 раундов! Каждый раунд — новые уязвимости → улучшение → повтор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стандартам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201168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HumanEval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кода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201168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GPQA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Аспирантские задачи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201168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2606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Лучший в индустрии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Результат: модель прошла 9 из 10 международных AI safety аудитов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 торопятся — Anthropic тратит 6 дополнительных месяцев на безопасность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 провалов против 2-5% у конкурентов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стало главным конкурентным преимуществом для enterprise-клиентов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Внедрение: Тихий запуск, громкий результат (2023-2024)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2.0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Killer feature: 100K токенов vs 8K у GPT-4 → можно загрузить целую книгу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9144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$4B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Стратегический ход: Claude доступен через AWS → миллионы корп. клиентов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D4F4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017520"/>
            <a:ext cx="9144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 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Opus/Sonnet/Haiku. Claude 3 Opus ОБЫГРАЛ GPT-4 в бенчмарках. Индустрия в шоке!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продукта: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концепции к массовому использованию за 3 года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"опоздали" до "обыграли GPT-4" — всего 12 месяцев!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Сопровождение: Продуктовые метрики (2024-2026)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"Fastest growing software company in history at this scale" — Dario Amodei,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276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847088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благодаря сарафанному радио в dev-сообществе. GitHub, хакатоны → органический рост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532888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 $50K/год × 3 года = $150K+. LTV:CAC = 4:1 (отличный показатель для SaaS!)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9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971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User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218688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Pro: $20/мес. Enterprise: $2K-50K/мес. 80% выручки от enterprise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850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пользователей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904488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используют 2+ продукта (land &amp; expand). 95% retention — клиенты не уходят!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ARR: $100M (ноя 2023) → $1B (янв 2025) → $7B (окт 2025). Рост за 2 года: 70x!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Критический момент #1: GPT-4 запущен. Игра окончена?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E5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Проблема (март 2023)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OpenAI запускает GPT-4 с масштабной маркетинговой кампанией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Инвесторы звонят Dario: "Вы опоздали, игра окончена!"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ChatGPT — 100M пользователей за 2 месяца. Claude — только начал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0" cy="10972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 спасает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Опросы клиентов: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70% enterprise боятся утечек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Нужен большой контекст для кода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Требуется сертификация безопасности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3840480" cy="1097280"/>
          </a:xfrm>
          <a:prstGeom prst="rect">
            <a:avLst/>
          </a:prstGeom>
          <a:solidFill>
            <a:srgbClr val="D4F4D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Pivot стратегии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Было: "Самый умный ИИ"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Стало: "Самый безопасный + большой контекст"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2: 100K токенов vs 8K у GPT-4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Результат: От "опоздали" до "обыграли" за 12 месяцев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2024: Claude 3 Opus обыграл GPT-4 в бенчмарках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2025: 32% enterprise market share vs 25% у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Кодинг: 42% market share vs 21% у OpenAI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клиенты: Netflix, Spotify, Salesforce, Figma — выбрали Claude!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Критический момент #2: Успех, который чуть не убил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E5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Проблема: Взрывной рост (март 2024)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Claude 3 → трафик ×10 за неделю → сервера не выдерживают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взрывается: "Claude снова упал!" "Не могу зайти!"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downtime в пиковые часы → репутация под угрозой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Lean решение: MVP масштабирования (не покупать сразу $500M серверов!)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37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Очередь запросов — пользователи ждут, но система стабильна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37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Приоритетный доступ к AWS GPU через сделку с Amazon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37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Миграция части на Google Cloud — диверсификация рисков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137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Claude Haiku — быстрая дешёвая модель для простых задач (снижение нагрузки)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Результат: За 2 месяца инфраструктура ×5. $4B доп. инвестиций Amazon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uptime к лету 2024. Retention 95% — клиенты не ушли! Кризис стал преимуществом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Применённые продуктовые методологии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Startup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Build-Measure-Learn циклы 2 недели. MVP за 6 мес (не 2 года). Pivot от "умный" к "безопасный" спас компанию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Development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7627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интервью с enterprise до запуска. Beta с Notion, Quora → 70% фич Claude 2 из фидбека. Слушали клиентов!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33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90779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"Доверяемый ИИ для критических решений". Не замена эксперту, а усилитель → 80% выручки от enterprise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(страх утечек) → Define (проблема безопасности) → Ideate (Constitutional AI) → Test (17 раундов red team)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96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37083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тесты. 50+ метрик. Анализ логов: программисты 5+ часов/день → Claude Code → $1B за 9 месяцев!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Выводы: Уроки жизненного цикла Claude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2860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 спас от провала — решили реальную проблему (недоверие к ИИ), а не гнались за хайпом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860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не врут — LTV:CAC 4:1, Retention 95%, NRR 150% привлекли $41.5B инвестиций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Кризисы — это рост — конкуренция с GPT-4 и перегрузка серверов закалили команду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22860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спасает жизни — быстрые итерации, проверка гипотез, pivot при необходимости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22860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= деньги — Enterprise выбрал Claude за 0.3% failure rate (vs 2-5% у конкурентов)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15 человек на Zoom (декабрь 2020) до $350B компании (2025)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"опоздали" до "обыграли GPT-4" за 12 месяцев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enterprise market share — теперь лидеры!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by Anthropic - Жизненный цикл продукта</dc:title>
  <dc:subject>PptxGenJS Presentation</dc:subject>
  <dc:creator>Student</dc:creator>
  <cp:lastModifiedBy>Student</cp:lastModifiedBy>
  <cp:revision>1</cp:revision>
  <dcterms:created xsi:type="dcterms:W3CDTF">2026-01-28T14:46:56Z</dcterms:created>
  <dcterms:modified xsi:type="dcterms:W3CDTF">2026-01-28T14:46:56Z</dcterms:modified>
</cp:coreProperties>
</file>